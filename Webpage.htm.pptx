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E3ED"/>
    <a:srgbClr val="E660FF"/>
    <a:srgbClr val="D65AF3"/>
    <a:srgbClr val="FF0C48"/>
    <a:srgbClr val="FF0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04"/>
  </p:normalViewPr>
  <p:slideViewPr>
    <p:cSldViewPr snapToGrid="0">
      <p:cViewPr>
        <p:scale>
          <a:sx n="96" d="100"/>
          <a:sy n="96" d="100"/>
        </p:scale>
        <p:origin x="95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87355-454D-9A4A-86C7-F20F71060402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C56A-F417-FA46-AF55-1635C594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3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5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7131-B2D0-25A6-3E0A-85160DDD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1881C-4C1E-D9D1-DBB0-A9B6542A8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14FCB-4EE6-1EA4-377E-8758E5828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2BD04-B911-2FAE-F085-942D4FCA5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2462-8E1A-ED8B-D1FA-EB3F1F340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D78A8-D264-F7A5-C63F-CF2A08C9A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A5715-BB38-C5EB-DF4C-AE27A6AEB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69C8A-C33E-C392-A49C-C4BA431E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C56A-F417-FA46-AF55-1635C59411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F954-1C55-0786-5903-221FC4D40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3094A-C15B-7BFD-2BC1-7202C2B04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953E6-C01D-E9F3-6ADD-3D331938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FB97-2D16-547C-FDCC-55EE5CB2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F1E3-8347-CA22-CC7A-C291E3E0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6A12-4B6F-45FF-31E7-C3EA4E39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0C31-B7A6-3C42-6649-C56E29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A4275-4ADB-D962-21C0-806AC9CE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1EA4-97B7-3E25-86E7-27CC5BBA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82E1-773F-6E57-FF96-F6746C59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0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F68B-FB3C-5DD1-2C9C-7E07FF5B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FA3C1-3424-12A5-71F7-57BD1B81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53D91-F390-4F4C-423E-E2BBECC0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EEA46-31D8-6FED-22B4-0B723F05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0AE0D-E643-A05F-0CA5-3D05EB2F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5D21-EED7-9E54-619D-F3C718DA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011FF-9EBD-9AD8-2462-EE86CFA2D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E9EFF-919E-530F-CD38-690A75F26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D3F1-32A2-34F2-2615-CC7F89D6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3C1C2-D892-13E0-3157-0F179700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3E5D8-5071-0A97-5DFE-CE4D96D0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0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DD76-C73D-6213-6D9A-7DB1E3E7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0C648-1E20-1777-2DC0-D260E590C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94864-3842-EEFB-AD49-C8FE836FA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AB5F3-EBC6-6D2B-817B-9E18506B0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AB921-8493-C3E4-D8FB-74BF52250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42138-A1ED-4387-E9F8-27DA58AB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354DC-80DB-C745-F17E-ACCB3C49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B4F90-ADB5-7D75-EEFF-5B1956FC4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6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AA3D-526A-D6D7-C2EC-E419B7A7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561BA-F984-CDDE-1982-610962F0C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32BD5-147A-13C1-9101-B29AC7BF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CA9FC-5F44-754A-343D-34311B78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0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942F7-7B0C-EAD3-4231-F79017EB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67289-D2CE-F0CF-C80B-F9E68F1B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2CB07-F8AA-0F2A-6F4C-3EB59E2D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1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213C-3F7E-FFA5-A78A-A8B02279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F739-432D-3899-D26C-D36F43837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A848-490D-22D1-01B2-7957CEAD3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6FE5F-7083-303C-066E-9FD99A41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E8C8D-C6A0-BE82-6F37-105819FA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692F9-2EB0-6C34-E247-ADE18F38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AB9C-7230-0871-0978-3BB9DB06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60714C-5B4D-9833-6C25-9AB050986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59950-DE5F-23A6-FACB-3D9124D76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AAFFB-2215-EE8D-3796-2D6FC666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01AA0-2D98-0A70-2EA9-870C6854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92CC3-ADE8-5D48-87D8-5541827F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1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566B-EE7E-3B27-BCE6-9D1BF7B2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2747C-0560-6649-0AC2-C976B328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E3F9-7A3F-F68F-1D0F-31EB2179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7129C-CDB4-0442-7DFC-DAEBC9E5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081C-A550-C06B-72E3-7AAE585B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9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6308E-0A0B-B206-02EE-0AD82F6DF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AB2B4-9111-9D2C-D6B7-C09539D4A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673D-5CCF-D663-49F1-27F1E606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B677-4C2D-7938-AD03-8989DA59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AAC0-B770-F36F-3506-4C36A73A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33FD3-1A6D-8C8D-16C4-E7FE4943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0C64C-8C04-3E42-902E-73EACB8EF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ECF68-12C3-5DA2-3DED-863156911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46D49-33E9-0441-A923-F28197073AB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ABA9C-D3CA-856C-D79E-D8263451D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B7C0-389A-3B82-D7A3-50F571562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94396-6A14-8B41-B993-84B9D4869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4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on.soundcloud.com/N8y5UqetFN7hk8H46m" TargetMode="External"/><Relationship Id="rId3" Type="http://schemas.openxmlformats.org/officeDocument/2006/relationships/image" Target="../media/image1.jpg"/><Relationship Id="rId7" Type="http://schemas.openxmlformats.org/officeDocument/2006/relationships/hyperlink" Target="Sequence%2001_6.mp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../Documents/VR.psd" TargetMode="External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hyperlink" Target="Final%20delivearbl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qsoftwarelab.com/blog/virtual-reality-trends/" TargetMode="External"/><Relationship Id="rId5" Type="http://schemas.microsoft.com/office/2007/relationships/hdphoto" Target="../media/hdphoto3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4CBCE-2C11-BD9D-92A8-9DA1F034221B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Home  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nextslide"/>
              </a:rPr>
              <a:t>Content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4" action="ppaction://hlinksldjump"/>
              </a:rPr>
              <a:t>About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8410E-40B9-664B-8AA9-DCEEF2782D74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25264-472F-496A-38A1-BAB7DBF7FD2F}"/>
              </a:ext>
            </a:extLst>
          </p:cNvPr>
          <p:cNvSpPr txBox="1"/>
          <p:nvPr/>
        </p:nvSpPr>
        <p:spPr>
          <a:xfrm>
            <a:off x="268224" y="1328928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schemeClr val="tx2">
                      <a:alpha val="40000"/>
                    </a:schemeClr>
                  </a:outerShdw>
                </a:effectLst>
                <a:latin typeface="Colonna MT" pitchFamily="82" charset="77"/>
              </a:rPr>
              <a:t>What is the purpose of this webpage?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6C39B-2463-F856-C615-E74B70E3C081}"/>
              </a:ext>
            </a:extLst>
          </p:cNvPr>
          <p:cNvSpPr txBox="1"/>
          <p:nvPr/>
        </p:nvSpPr>
        <p:spPr>
          <a:xfrm>
            <a:off x="268224" y="2145947"/>
            <a:ext cx="4932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 purpose of this web page is to Inform you 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About what virtual reality is and why it should be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 technology of the future.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78D19-00B8-FBA5-536E-82974219D34C}"/>
              </a:ext>
            </a:extLst>
          </p:cNvPr>
          <p:cNvSpPr txBox="1"/>
          <p:nvPr/>
        </p:nvSpPr>
        <p:spPr>
          <a:xfrm>
            <a:off x="7687698" y="3429000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schemeClr val="tx2">
                      <a:alpha val="40000"/>
                    </a:schemeClr>
                  </a:outerShdw>
                </a:effectLst>
                <a:latin typeface="Colonna MT" pitchFamily="82" charset="77"/>
              </a:rPr>
              <a:t>What Is Virtual Reality?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FDD7B-8B5A-B519-9B1C-26A55C93B820}"/>
              </a:ext>
            </a:extLst>
          </p:cNvPr>
          <p:cNvSpPr txBox="1"/>
          <p:nvPr/>
        </p:nvSpPr>
        <p:spPr>
          <a:xfrm>
            <a:off x="7259624" y="3798332"/>
            <a:ext cx="5008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Virtual reality is a way that your able to connect 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glow rad="195434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To the internet in almost a 3D way using googles.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59C75680-10B9-09D1-0963-D57B33A76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94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9C53B-1C8E-A17A-0D1A-8BE7EF33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5C900-9E66-9341-ABEE-EA6D3D526886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firstslide"/>
              </a:rPr>
              <a:t>Home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  Content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nextslide"/>
              </a:rPr>
              <a:t>About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hlinkClick r:id="" action="ppaction://hlinkshowjump?jump=nextslide"/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18A03-8B02-7FD6-B615-3124569E4DB0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6E629900-7736-958F-08D8-5677F9B74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3006D-E1B0-DF50-CECB-F0A49AA0C36D}"/>
              </a:ext>
            </a:extLst>
          </p:cNvPr>
          <p:cNvSpPr txBox="1"/>
          <p:nvPr/>
        </p:nvSpPr>
        <p:spPr>
          <a:xfrm>
            <a:off x="178419" y="1294051"/>
            <a:ext cx="11249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This page contains to links to content that explains more in depth what VR is and why it is something that should 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Be used in the future more!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22B4D-038C-59E2-867E-BC2AFA7DFCE5}"/>
              </a:ext>
            </a:extLst>
          </p:cNvPr>
          <p:cNvSpPr txBox="1"/>
          <p:nvPr/>
        </p:nvSpPr>
        <p:spPr>
          <a:xfrm>
            <a:off x="972850" y="2867205"/>
            <a:ext cx="209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6"/>
              </a:rPr>
              <a:t>Link To Inforgraphic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7A7A8F-BBAB-1ADF-1F5A-F3C59CEBF326}"/>
              </a:ext>
            </a:extLst>
          </p:cNvPr>
          <p:cNvSpPr txBox="1"/>
          <p:nvPr/>
        </p:nvSpPr>
        <p:spPr>
          <a:xfrm>
            <a:off x="3517095" y="2867205"/>
            <a:ext cx="176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7"/>
              </a:rPr>
              <a:t>Link to video AD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B8AEFC-477E-6199-1C11-DADC9FD6D989}"/>
              </a:ext>
            </a:extLst>
          </p:cNvPr>
          <p:cNvSpPr txBox="1"/>
          <p:nvPr/>
        </p:nvSpPr>
        <p:spPr>
          <a:xfrm>
            <a:off x="6018266" y="2846272"/>
            <a:ext cx="175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8"/>
              </a:rPr>
              <a:t>Link to podcast 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6F391-D063-C14F-83C4-CB4EEAA3FED9}"/>
              </a:ext>
            </a:extLst>
          </p:cNvPr>
          <p:cNvSpPr txBox="1"/>
          <p:nvPr/>
        </p:nvSpPr>
        <p:spPr>
          <a:xfrm>
            <a:off x="8503920" y="2835121"/>
            <a:ext cx="271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9"/>
              </a:rPr>
              <a:t>Link To Social Media post 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42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75A03-FAB3-11BE-8480-65B93EBF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85D61-BB56-58F6-2CA2-6954C8266B97}"/>
              </a:ext>
            </a:extLst>
          </p:cNvPr>
          <p:cNvSpPr/>
          <p:nvPr/>
        </p:nvSpPr>
        <p:spPr>
          <a:xfrm>
            <a:off x="0" y="-13978"/>
            <a:ext cx="12192000" cy="1158240"/>
          </a:xfrm>
          <a:prstGeom prst="rect">
            <a:avLst/>
          </a:prstGeom>
          <a:solidFill>
            <a:schemeClr val="bg1"/>
          </a:solidFill>
          <a:ln w="95250">
            <a:gradFill>
              <a:gsLst>
                <a:gs pos="0">
                  <a:srgbClr val="D65AF3"/>
                </a:gs>
                <a:gs pos="46000">
                  <a:srgbClr val="7030A0"/>
                </a:gs>
                <a:gs pos="83000">
                  <a:srgbClr val="E660FF"/>
                </a:gs>
                <a:gs pos="100000">
                  <a:srgbClr val="E660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endParaRPr 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a:endParaRPr>
          </a:p>
          <a:p>
            <a:pPr algn="ctr"/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firstslide"/>
              </a:rPr>
              <a:t>Home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 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" action="ppaction://hlinkshowjump?jump=previousslide"/>
              </a:rPr>
              <a:t>Content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                About </a:t>
            </a:r>
            <a:r>
              <a:rPr lang="en-US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rPr>
              <a:t> </a:t>
            </a:r>
            <a:endParaRPr lang="en-US" dirty="0">
              <a:solidFill>
                <a:srgbClr val="E66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A3147-7126-2B25-5A03-AD4AFBA18ED0}"/>
              </a:ext>
            </a:extLst>
          </p:cNvPr>
          <p:cNvSpPr txBox="1"/>
          <p:nvPr/>
        </p:nvSpPr>
        <p:spPr>
          <a:xfrm>
            <a:off x="3688080" y="0"/>
            <a:ext cx="481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Virtual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002060"/>
                    </a:gs>
                    <a:gs pos="49000">
                      <a:srgbClr val="52E3ED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Reality</a:t>
            </a:r>
            <a:r>
              <a:rPr lang="en-US" sz="3200" b="1" dirty="0">
                <a:ln w="13462">
                  <a:solidFill>
                    <a:srgbClr val="7030A0"/>
                  </a:solidFill>
                  <a:prstDash val="solid"/>
                </a:ln>
                <a:gradFill flip="none" rotWithShape="1">
                  <a:gsLst>
                    <a:gs pos="0">
                      <a:srgbClr val="FF0C48">
                        <a:shade val="30000"/>
                        <a:satMod val="115000"/>
                      </a:srgbClr>
                    </a:gs>
                    <a:gs pos="49000">
                      <a:srgbClr val="FFFF00"/>
                    </a:gs>
                    <a:gs pos="100000">
                      <a:srgbClr val="E660FF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Ravie" panose="04040805050809020602" pitchFamily="82" charset="77"/>
              </a:rPr>
              <a:t> </a:t>
            </a:r>
          </a:p>
        </p:txBody>
      </p:sp>
      <p:pic>
        <p:nvPicPr>
          <p:cNvPr id="1026" name="Picture 2" descr="Oculus Quest All-in-One 64GB VR Gaming ...">
            <a:extLst>
              <a:ext uri="{FF2B5EF4-FFF2-40B4-BE49-F238E27FC236}">
                <a16:creationId xmlns:a16="http://schemas.microsoft.com/office/drawing/2014/main" id="{81E4FAB3-4AE6-4FEB-BE36-25CA265A3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24" b="89881" l="6000" r="92667">
                        <a14:foregroundMark x1="7334" y1="57951" x2="6000" y2="60714"/>
                        <a14:foregroundMark x1="13371" y1="42975" x2="13667" y2="42262"/>
                        <a14:foregroundMark x1="6000" y1="60714" x2="7184" y2="57865"/>
                        <a14:foregroundMark x1="17165" y1="63275" x2="17333" y2="64286"/>
                        <a14:foregroundMark x1="13667" y1="42262" x2="13743" y2="42716"/>
                        <a14:foregroundMark x1="17333" y1="64286" x2="16667" y2="69048"/>
                        <a14:foregroundMark x1="87333" y1="51786" x2="85557" y2="59186"/>
                        <a14:foregroundMark x1="85826" y1="64212" x2="89820" y2="54599"/>
                        <a14:foregroundMark x1="87343" y1="71420" x2="86333" y2="77976"/>
                        <a14:foregroundMark x1="89899" y1="54820" x2="88769" y2="62161"/>
                        <a14:foregroundMark x1="86333" y1="77976" x2="81333" y2="80357"/>
                        <a14:foregroundMark x1="91511" y1="64203" x2="91333" y2="61905"/>
                        <a14:foregroundMark x1="92667" y1="79167" x2="91740" y2="67175"/>
                        <a14:backgroundMark x1="16000" y1="53571" x2="16000" y2="54167"/>
                        <a14:backgroundMark x1="16333" y1="53571" x2="12000" y2="56548"/>
                        <a14:backgroundMark x1="15333" y1="51786" x2="9333" y2="52976"/>
                        <a14:backgroundMark x1="9333" y1="52976" x2="15333" y2="48810"/>
                        <a14:backgroundMark x1="15333" y1="48810" x2="8333" y2="57143"/>
                        <a14:backgroundMark x1="8333" y1="56548" x2="8000" y2="58333"/>
                        <a14:backgroundMark x1="8000" y1="57738" x2="8000" y2="57738"/>
                        <a14:backgroundMark x1="80667" y1="73810" x2="84333" y2="66667"/>
                        <a14:backgroundMark x1="83667" y1="67857" x2="85333" y2="66071"/>
                        <a14:backgroundMark x1="85333" y1="65476" x2="87333" y2="71429"/>
                        <a14:backgroundMark x1="90667" y1="54167" x2="89667" y2="5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21497"/>
            <a:ext cx="3861904" cy="2162666"/>
          </a:xfrm>
          <a:prstGeom prst="rect">
            <a:avLst/>
          </a:prstGeom>
          <a:noFill/>
          <a:effectLst>
            <a:glow rad="305292">
              <a:schemeClr val="accent5">
                <a:satMod val="175000"/>
                <a:alpha val="60137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7AE88-CD27-4E63-605E-A94F0D571DFF}"/>
              </a:ext>
            </a:extLst>
          </p:cNvPr>
          <p:cNvSpPr txBox="1"/>
          <p:nvPr/>
        </p:nvSpPr>
        <p:spPr>
          <a:xfrm>
            <a:off x="241743" y="1339923"/>
            <a:ext cx="5419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Our 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8B76E-AD26-BFE8-12D5-9BA448B1D1C2}"/>
              </a:ext>
            </a:extLst>
          </p:cNvPr>
          <p:cNvSpPr txBox="1"/>
          <p:nvPr/>
        </p:nvSpPr>
        <p:spPr>
          <a:xfrm>
            <a:off x="318052" y="2160104"/>
            <a:ext cx="110620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Our mission is provide information about VR and why and how it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Should be used in the future. We want educate on the VR because it gets a bad rep of just being for gaming but 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That’s not the case and we hope to educate on it’s use and hopeful prove it’s usefulness in the future.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6A39BB-8048-4BC5-41BE-ADF542D39C28}"/>
              </a:ext>
            </a:extLst>
          </p:cNvPr>
          <p:cNvSpPr txBox="1"/>
          <p:nvPr/>
        </p:nvSpPr>
        <p:spPr>
          <a:xfrm>
            <a:off x="7540487" y="3763617"/>
            <a:ext cx="28755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Tools Used In  Deliverables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Word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Adobe premiere 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Soundcloud</a:t>
            </a:r>
          </a:p>
          <a:p>
            <a:pPr marL="285750" indent="-285750">
              <a:buFontTx/>
              <a:buChar char="-"/>
            </a:pP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Photoshop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5D311-26CA-0ACC-D9E8-B085729F78EC}"/>
              </a:ext>
            </a:extLst>
          </p:cNvPr>
          <p:cNvSpPr txBox="1"/>
          <p:nvPr/>
        </p:nvSpPr>
        <p:spPr>
          <a:xfrm>
            <a:off x="457538" y="3198167"/>
            <a:ext cx="57219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Sources</a:t>
            </a: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  <a:hlinkClick r:id="rId6"/>
              </a:rPr>
              <a:t>https://hqsoftwarelab.com/blog/virtual-reality-trends/</a:t>
            </a:r>
            <a:endParaRPr lang="en-US" dirty="0">
              <a:ln>
                <a:solidFill>
                  <a:srgbClr val="52E3ED"/>
                </a:solidFill>
              </a:ln>
              <a:solidFill>
                <a:srgbClr val="E660FF"/>
              </a:solidFill>
            </a:endParaRPr>
          </a:p>
          <a:p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https://</a:t>
            </a:r>
            <a:r>
              <a:rPr lang="en-US" dirty="0" err="1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www.demandsage.com</a:t>
            </a:r>
            <a:r>
              <a:rPr lang="en-US" dirty="0">
                <a:ln>
                  <a:solidFill>
                    <a:srgbClr val="52E3ED"/>
                  </a:solidFill>
                </a:ln>
                <a:solidFill>
                  <a:srgbClr val="E660FF"/>
                </a:solidFill>
              </a:rPr>
              <a:t>/virtual-reality-statistics/</a:t>
            </a:r>
          </a:p>
        </p:txBody>
      </p:sp>
    </p:spTree>
    <p:extLst>
      <p:ext uri="{BB962C8B-B14F-4D97-AF65-F5344CB8AC3E}">
        <p14:creationId xmlns:p14="http://schemas.microsoft.com/office/powerpoint/2010/main" val="292113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212</Words>
  <Application>Microsoft Macintosh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Colonna MT</vt:lpstr>
      <vt:lpstr>Ravie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Kennedy Miller (Student)</dc:creator>
  <cp:lastModifiedBy>Kennedy Miller (Student)</cp:lastModifiedBy>
  <cp:revision>2</cp:revision>
  <dcterms:created xsi:type="dcterms:W3CDTF">2025-12-04T17:39:18Z</dcterms:created>
  <dcterms:modified xsi:type="dcterms:W3CDTF">2025-12-07T23:58:51Z</dcterms:modified>
</cp:coreProperties>
</file>